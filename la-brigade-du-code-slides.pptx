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🍳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Brigade du Code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A mise-en-place codelab for full stack developers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mise replaces nvm · sdkman · direnv · Makefile · npm scripts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114800"/>
            <a:ext cx="1554480" cy="640080"/>
          </a:xfrm>
          <a:prstGeom prst="rect">
            <a:avLst/>
          </a:prstGeom>
          <a:solidFill>
            <a:srgbClr val="2A334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114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mise
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2026.4.8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4114800"/>
            <a:ext cx="1554480" cy="640080"/>
          </a:xfrm>
          <a:prstGeom prst="rect">
            <a:avLst/>
          </a:prstGeom>
          <a:solidFill>
            <a:srgbClr val="2A334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4114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Java
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25 LTS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4114800"/>
            <a:ext cx="1554480" cy="640080"/>
          </a:xfrm>
          <a:prstGeom prst="rect">
            <a:avLst/>
          </a:prstGeom>
          <a:solidFill>
            <a:srgbClr val="2A334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4114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Node
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24 LTS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4114800"/>
            <a:ext cx="1554480" cy="640080"/>
          </a:xfrm>
          <a:prstGeom prst="rect">
            <a:avLst/>
          </a:prstGeom>
          <a:solidFill>
            <a:srgbClr val="2A334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4114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 Boot
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4.0.5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0" y="4114800"/>
            <a:ext cx="1554480" cy="640080"/>
          </a:xfrm>
          <a:prstGeom prst="rect">
            <a:avLst/>
          </a:prstGeom>
          <a:solidFill>
            <a:srgbClr val="2A334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4114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Nuxt
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4.4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github.com/YOUR_USERNAME/la-brigade-du-code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109728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📦 nvm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Node version manager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09728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☕ sdkman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Java version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560320" cy="109728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🔧 direnv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Env var scoping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560320" cy="109728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📋 Makefile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Task runner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468880"/>
            <a:ext cx="2560320" cy="109728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📜 npm scripts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More task runner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468880"/>
            <a:ext cx="2560320" cy="109728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💀 .nvmrc + .java-version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Config files per tool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AB308"/>
                </a:solidFill>
              </a:rPr>
              <a:t>6 tools to install, configure, and maintain. Per developer. Per project. Per OS.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mise.toml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56032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22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nvm / sdkman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(version manager)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2286000"/>
            <a:ext cx="256032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direnv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(env scoping)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3749040"/>
            <a:ext cx="256032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Makefile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(task runner)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56032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822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npm scripts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(more tasks)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56032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.nvmrc / .java-version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(config files)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256032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bootstrap scripts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(team onboarding)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2860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One file.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Every OS.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Every developer.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Same result.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Labs — La Brigade du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875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234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Onboarding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Bootstrap · Shims · IDE setup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9875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234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 Mise en Place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Tool versioning · Lockfile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9875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Les Ingredients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Env scoping · MISE_ENV profiles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91440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9875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1234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🥘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737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Les Recettes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Tasks · Cross-platform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88036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2880" y="29535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3200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82880" y="3703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 Coup de Feu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" y="40690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Hooks · Watchers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288036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23160" y="29535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200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423160" y="3703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 Service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23160" y="40690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stack monorepo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88036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9535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3200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👨‍🍳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663440" y="3703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 Chef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63440" y="40690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Security · CI/CD · Docs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03720" y="2880360"/>
            <a:ext cx="2057400" cy="17373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03720" y="29535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Lab 07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3200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903720" y="3703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 Sous-Chef Digital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40690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MCP · OpenCode · Copilot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mise.toml — One File to Rule Them 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[vars]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527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JAVA_VERSION = "25"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996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NODE_VERSION = "24"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4650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[tools]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 = "{{vars.JAVA_VERSION}}"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 = "{{vars.NODE_VERSION}}"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[env]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278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APP_ENV = "development"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_.file  = ".env.local"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216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9684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[tasks.service]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153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 = ["backend","frontend"]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840480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914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📌 Versions pinned once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referenced everywhere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840480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116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☕ Installs Java + Node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automatically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971800"/>
            <a:ext cx="3840480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71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🔒 Env scoped to dir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.env leaks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3840480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840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⚡ Parallel tasks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cross-platform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Power 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The same mise.toml. The same command. Every 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137160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🍎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macOS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zsh/bash/fish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560320" cy="1371600"/>
          </a:xfrm>
          <a:prstGeom prst="rect">
            <a:avLst/>
          </a:prstGeom>
          <a:solidFill>
            <a:srgbClr val="1E2A3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🐧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Linux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bash/fish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560320" cy="1371600"/>
          </a:xfrm>
          <a:prstGeom prst="rect">
            <a:avLst/>
          </a:prstGeom>
          <a:solidFill>
            <a:srgbClr val="1E2A3A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🪟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Windows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PowerShell/cmd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2880360"/>
            <a:ext cx="6400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880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mise run service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No Makefile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9136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No .bat files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16966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No PowerShell scripts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569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No &amp; operator for parallel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681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run_windows for OS-specific commands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OS Matrix + Auto-Updates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56032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ci.yml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Trigger: push + PR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Verifies on ubuntu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macOS + windows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2560320"/>
          </a:xfrm>
          <a:prstGeom prst="rect">
            <a:avLst/>
          </a:prstGeom>
          <a:solidFill>
            <a:srgbClr val="1E2A3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deploy.yml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Trigger: push main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Builds VitePress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Deploys to GitHub Pages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2560320"/>
          </a:xfrm>
          <a:prstGeom prst="rect">
            <a:avLst/>
          </a:prstGeom>
          <a:solidFill>
            <a:srgbClr val="1E2A3A"/>
          </a:solidFill>
          <a:ln w="12700">
            <a:solidFill>
              <a:srgbClr val="EAB30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update.yml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Trigger: Every Monday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mise outdated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Opens PR automatically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jdx/mise-action@v4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— Node 24 runtime · cache_key Handlebars template · github_token for rate limits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Meta-Moment 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Pin exact versions of Java, Node, Maven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960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✓  Manage env vars per directory — no .env leaks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356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Run cross-platform tasks — no Makefile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4356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✓  Hook into your shell on cd — banner auto-loads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1109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Watch files and trigger rebuilds automatically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91109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✓  Trust configs securely — paranoid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8658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Generate GitHub Actions CI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38658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✓  Generate pre-commit hooks with prek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8620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  Auto-document all tasks — TASKS.md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8620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✓  Deploy a VitePress site to GitHub Pages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2A1A0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7316"/>
                </a:solidFill>
              </a:rPr>
              <a:t>"La cuisine a cuisinée elle-même. The kitchen cooked itself. 🍳"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macOS / Linux / WSL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...la-brigade-du-code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la-brigade-du-code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./bin/setup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Windows PowerShell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...la-brigade-du-code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la-brigade-du-code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.\bin\setup.ps1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./bin/setup does: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 Checks git, docker, docker compose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 Installs mise locally in .mise/ (no global changes)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 Installs Java 25, Node 24, Maven 3.9.14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 Shows the kitchen banner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Same pattern as mvnw / gradlew — your Java devs already know this.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🍳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Bon Appétit 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651760" cy="822960"/>
          </a:xfrm>
          <a:prstGeom prst="rect">
            <a:avLst/>
          </a:prstGeom>
          <a:solidFill>
            <a:srgbClr val="1E2A3A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📦 Repo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github.com/YOUR_USERNAME/la-brigade-du-code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2651760"/>
            <a:ext cx="2651760" cy="822960"/>
          </a:xfrm>
          <a:prstGeom prst="rect">
            <a:avLst/>
          </a:prstGeom>
          <a:solidFill>
            <a:srgbClr val="1E2A3A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📖 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YOUR_USERNAME.github.io/la-brigade-du-code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2651760"/>
            <a:ext cx="2651760" cy="822960"/>
          </a:xfrm>
          <a:prstGeom prst="rect">
            <a:avLst/>
          </a:prstGeom>
          <a:solidFill>
            <a:srgbClr val="1E2A3A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🔧 mise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mise.jdx.dev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Questions? Ask in chat or open a GitHub Discussion.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7316"/>
                </a:solidFill>
              </a:rPr>
              <a:t>"La cuisine a cuisinée elle-même." 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Brigade du Code — mise Codelab</dc:title>
  <dc:subject>PptxGenJS Presentation</dc:subject>
  <dc:creator>La Brigade du Code</dc:creator>
  <cp:lastModifiedBy>La Brigade du Code</cp:lastModifiedBy>
  <cp:revision>1</cp:revision>
  <dcterms:created xsi:type="dcterms:W3CDTF">2026-04-11T14:06:06Z</dcterms:created>
  <dcterms:modified xsi:type="dcterms:W3CDTF">2026-04-11T14:06:06Z</dcterms:modified>
</cp:coreProperties>
</file>